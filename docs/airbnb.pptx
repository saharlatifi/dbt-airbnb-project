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E8DF-5187-F9B0-65A0-4614CE616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D464A-9E63-442A-1A05-6182E2B3D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9BC18-802D-15CD-566C-3195FC43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6DB3C-63AD-5C27-8C78-588B6E1F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60D94-3A73-6A7C-5929-A9A31F1F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425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73CF-BC39-46F7-E18E-CBD674B4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064D2-AD17-6904-46F1-F172B1409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BA758-2C88-AECA-B910-BCBB1602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1C835-671C-E099-4EF2-D8138795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A71A0-7923-31B8-CBDB-483DD767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6229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9142-7307-8CA3-72DD-BECC49DC4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292F4-195F-EB87-7D3D-F6C5A85B0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023C8-B0F6-22AC-6CFE-F52B78EF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08051-199A-74F0-7135-063D062B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C0ED3-EF30-7894-22D8-CD65B958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260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33F8-4E16-0B51-AC47-E39FE8C1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66B3-34A2-E79C-1726-DB505271F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9D5D8-1C1A-768C-81C3-188D9BD06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7E49C-1BDC-498C-6224-C105EFD9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EC6B9-0753-B454-5D54-62F59CCE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86E0E-8496-8423-9DD2-CF15B67E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4751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6515-448F-465C-CACB-929558E8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097A6-F8EC-B496-621B-15DAA6725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69E1E-04E3-B17F-CEBC-C9B664032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BABFB-B4A3-B4F0-51EC-B3D8948EE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D41B00-8CBC-0032-3812-D374EF6BD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D7644-C1C9-7ED9-016E-5462BEE9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8A3B07-4394-0DAD-9289-F8A07359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57853-B0C1-85B3-51E4-84A48880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614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EC46-7209-3861-97A1-8277D0B4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479C0-651C-FEF6-75AE-1A570323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222F7-E0A0-ED5F-C44B-F90FD9F1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E3E3A-D519-4992-3DD6-2F8C1659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72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00D08-1597-450E-BEF1-414993F1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4A042-6C1A-AFFB-FA06-E0C8A095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EA2E6-23EA-F5FB-9C76-0B7E2A1A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106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6947-A3E0-1361-85E2-E8E7D1F9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EBC86-F1E5-7FF9-3DD8-8E21D901B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A65BB-500C-7412-8517-5D4C63BC4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7EFA2-1103-5191-F4AC-0CD043E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A8196-8BB2-B7C4-B722-CC2B0266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BAD4F-54FE-1AB5-81E1-DF60F848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4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7440-9DF2-F2D0-AB35-1C199A93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3CF12C-7883-D02C-466E-D67F25C0C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A9DBD-5688-A6C7-36D1-AD8B8B32B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F7510-5948-B6DE-65A1-0EE312F0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D4DDA-0CA1-CE1A-CFC3-0EC174DA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74544-3B13-1FD4-B83E-69B5E7BA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089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84F1-9409-C417-41A7-98B77647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4C290-D833-0181-1275-D75023141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641F3-43EE-7D55-4E49-7CC887C8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A32B2-E7C4-6826-8A50-2930F8BA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2FF60-453C-A6D2-26DD-C25E15A6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2624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DA36F0-6D72-8AEF-BDDE-C9071D36C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2899E-AAA9-414F-DF46-7FB159FA4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18F59-7DB5-3579-2340-235FC988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26613-2C04-A4A1-D50C-44C87A2B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F8E49-3E45-A4F6-41FB-664D9995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647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7482B-9BB4-CC89-53F2-B8A67649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BC6F8-DEA7-023A-301D-A7350E236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C7DEE-365D-99F2-4786-8F45F4820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53ECB-4752-4146-A86C-20E4A8845438}" type="datetimeFigureOut">
              <a:rPr lang="en-CA" smtClean="0"/>
              <a:t>2026-07-14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FCDE3-C1EF-8501-4C5C-F4A59732A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AD1AF-C65D-550F-235F-3A34FFE09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7EF08-3AD4-4208-938E-FB549B84CA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52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file format&#10;&#10;AI-generated content may be incorrect.">
            <a:extLst>
              <a:ext uri="{FF2B5EF4-FFF2-40B4-BE49-F238E27FC236}">
                <a16:creationId xmlns:a16="http://schemas.microsoft.com/office/drawing/2014/main" id="{00199CBB-FE3A-C378-39D6-2530054A0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35" y="2416617"/>
            <a:ext cx="876300" cy="876300"/>
          </a:xfrm>
          <a:prstGeom prst="rect">
            <a:avLst/>
          </a:prstGeom>
        </p:spPr>
      </p:pic>
      <p:pic>
        <p:nvPicPr>
          <p:cNvPr id="13" name="Picture 12" descr="A yellow and black logo&#10;&#10;AI-generated content may be incorrect.">
            <a:extLst>
              <a:ext uri="{FF2B5EF4-FFF2-40B4-BE49-F238E27FC236}">
                <a16:creationId xmlns:a16="http://schemas.microsoft.com/office/drawing/2014/main" id="{3CCEDB6E-152B-EDF1-C69D-0A97E1695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987" y="2462439"/>
            <a:ext cx="1043642" cy="1130613"/>
          </a:xfrm>
          <a:prstGeom prst="rect">
            <a:avLst/>
          </a:prstGeom>
        </p:spPr>
      </p:pic>
      <p:pic>
        <p:nvPicPr>
          <p:cNvPr id="15" name="Picture 14" descr="A logo on a red circle&#10;&#10;AI-generated content may be incorrect.">
            <a:extLst>
              <a:ext uri="{FF2B5EF4-FFF2-40B4-BE49-F238E27FC236}">
                <a16:creationId xmlns:a16="http://schemas.microsoft.com/office/drawing/2014/main" id="{C947BB82-01FF-D477-4C49-D8B4084FC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26" y="3799569"/>
            <a:ext cx="762452" cy="572319"/>
          </a:xfrm>
          <a:prstGeom prst="rect">
            <a:avLst/>
          </a:prstGeom>
        </p:spPr>
      </p:pic>
      <p:pic>
        <p:nvPicPr>
          <p:cNvPr id="7" name="Picture 6" descr="A logo with a plane and a letter&#10;&#10;AI-generated content may be incorrect.">
            <a:extLst>
              <a:ext uri="{FF2B5EF4-FFF2-40B4-BE49-F238E27FC236}">
                <a16:creationId xmlns:a16="http://schemas.microsoft.com/office/drawing/2014/main" id="{37CD7729-4ADD-5FDD-50E3-CE0A9BEC33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966" y="3896150"/>
            <a:ext cx="937812" cy="579360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AD6266F2-3CC7-A4BA-ED1B-3108663172CD}"/>
              </a:ext>
            </a:extLst>
          </p:cNvPr>
          <p:cNvSpPr/>
          <p:nvPr/>
        </p:nvSpPr>
        <p:spPr>
          <a:xfrm>
            <a:off x="1977098" y="2778627"/>
            <a:ext cx="988411" cy="277968"/>
          </a:xfrm>
          <a:prstGeom prst="rightArrow">
            <a:avLst>
              <a:gd name="adj1" fmla="val 50000"/>
              <a:gd name="adj2" fmla="val 1600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60105FD-D7A5-35A6-E78C-860D75890984}"/>
              </a:ext>
            </a:extLst>
          </p:cNvPr>
          <p:cNvSpPr/>
          <p:nvPr/>
        </p:nvSpPr>
        <p:spPr>
          <a:xfrm>
            <a:off x="8632576" y="2711327"/>
            <a:ext cx="988411" cy="277968"/>
          </a:xfrm>
          <a:prstGeom prst="rightArrow">
            <a:avLst>
              <a:gd name="adj1" fmla="val 50000"/>
              <a:gd name="adj2" fmla="val 1600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9C8DA7E-C2D9-716C-0BE8-AD4E6727D52E}"/>
              </a:ext>
            </a:extLst>
          </p:cNvPr>
          <p:cNvSpPr/>
          <p:nvPr/>
        </p:nvSpPr>
        <p:spPr>
          <a:xfrm>
            <a:off x="3966277" y="2778627"/>
            <a:ext cx="988411" cy="277968"/>
          </a:xfrm>
          <a:prstGeom prst="rightArrow">
            <a:avLst>
              <a:gd name="adj1" fmla="val 50000"/>
              <a:gd name="adj2" fmla="val 1600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6" name="Picture 25" descr="A blue snowflake with arrows&#10;&#10;AI-generated content may be incorrect.">
            <a:extLst>
              <a:ext uri="{FF2B5EF4-FFF2-40B4-BE49-F238E27FC236}">
                <a16:creationId xmlns:a16="http://schemas.microsoft.com/office/drawing/2014/main" id="{072D647E-DE17-C116-6892-8DBF8259C0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260" y="2479516"/>
            <a:ext cx="876300" cy="885211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D4A012-55B8-5DD6-B0EA-721CE70989FD}"/>
              </a:ext>
            </a:extLst>
          </p:cNvPr>
          <p:cNvSpPr/>
          <p:nvPr/>
        </p:nvSpPr>
        <p:spPr>
          <a:xfrm>
            <a:off x="2356624" y="1406526"/>
            <a:ext cx="6437972" cy="3135737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0" name="Picture 29" descr="A blue snowflake with arrows&#10;&#10;AI-generated content may be incorrect.">
            <a:extLst>
              <a:ext uri="{FF2B5EF4-FFF2-40B4-BE49-F238E27FC236}">
                <a16:creationId xmlns:a16="http://schemas.microsoft.com/office/drawing/2014/main" id="{29BBF3FB-B35F-F034-5CC5-8929119A39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399" y="2407706"/>
            <a:ext cx="876300" cy="885211"/>
          </a:xfrm>
          <a:prstGeom prst="rect">
            <a:avLst/>
          </a:prstGeom>
        </p:spPr>
      </p:pic>
      <p:pic>
        <p:nvPicPr>
          <p:cNvPr id="31" name="Picture 30" descr="A blue snowflake with arrows&#10;&#10;AI-generated content may be incorrect.">
            <a:extLst>
              <a:ext uri="{FF2B5EF4-FFF2-40B4-BE49-F238E27FC236}">
                <a16:creationId xmlns:a16="http://schemas.microsoft.com/office/drawing/2014/main" id="{EB40D4F9-5660-3DF9-D5FA-A8F41923C3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724" y="2370269"/>
            <a:ext cx="876300" cy="885211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8578E41-2F0B-D675-32DA-70F14C78C8C4}"/>
              </a:ext>
            </a:extLst>
          </p:cNvPr>
          <p:cNvSpPr/>
          <p:nvPr/>
        </p:nvSpPr>
        <p:spPr>
          <a:xfrm>
            <a:off x="952931" y="1573057"/>
            <a:ext cx="989822" cy="2802673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3F5A17-373B-48CC-C177-062B1C0196F5}"/>
              </a:ext>
            </a:extLst>
          </p:cNvPr>
          <p:cNvSpPr txBox="1"/>
          <p:nvPr/>
        </p:nvSpPr>
        <p:spPr>
          <a:xfrm>
            <a:off x="3009888" y="3346831"/>
            <a:ext cx="14087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Raw / Bronze  Layer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51989B-59FD-9E76-66C6-CC6BDBBF426E}"/>
              </a:ext>
            </a:extLst>
          </p:cNvPr>
          <p:cNvSpPr txBox="1"/>
          <p:nvPr/>
        </p:nvSpPr>
        <p:spPr>
          <a:xfrm>
            <a:off x="5243050" y="3296412"/>
            <a:ext cx="13628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Staging / Silver Layer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CE4397-7D7C-9529-701F-74129F7AF9DD}"/>
              </a:ext>
            </a:extLst>
          </p:cNvPr>
          <p:cNvSpPr txBox="1"/>
          <p:nvPr/>
        </p:nvSpPr>
        <p:spPr>
          <a:xfrm>
            <a:off x="7386223" y="3292917"/>
            <a:ext cx="12463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Mart / Gold Layer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ECB8879-D41C-06BF-4379-DAEC7EE7B93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32817" y="3731682"/>
            <a:ext cx="52348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178AF8D7-44A2-07E7-2830-144EFA90197F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5694558" y="3539138"/>
            <a:ext cx="2314842" cy="1790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B9CE6198-31B5-FC0C-BD23-A19A6CADCE23}"/>
              </a:ext>
            </a:extLst>
          </p:cNvPr>
          <p:cNvSpPr/>
          <p:nvPr/>
        </p:nvSpPr>
        <p:spPr>
          <a:xfrm>
            <a:off x="6397812" y="2746660"/>
            <a:ext cx="988411" cy="277968"/>
          </a:xfrm>
          <a:prstGeom prst="rightArrow">
            <a:avLst>
              <a:gd name="adj1" fmla="val 50000"/>
              <a:gd name="adj2" fmla="val 1600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51E781-5A7A-FE11-2797-F8E6D5DBD2CB}"/>
              </a:ext>
            </a:extLst>
          </p:cNvPr>
          <p:cNvSpPr txBox="1"/>
          <p:nvPr/>
        </p:nvSpPr>
        <p:spPr>
          <a:xfrm>
            <a:off x="6177106" y="4014584"/>
            <a:ext cx="1984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Data Transformation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Data tests</a:t>
            </a:r>
          </a:p>
        </p:txBody>
      </p:sp>
      <p:pic>
        <p:nvPicPr>
          <p:cNvPr id="62" name="Picture 61" descr="A blue circle with a white cat head&#10;&#10;AI-generated content may be incorrect.">
            <a:extLst>
              <a:ext uri="{FF2B5EF4-FFF2-40B4-BE49-F238E27FC236}">
                <a16:creationId xmlns:a16="http://schemas.microsoft.com/office/drawing/2014/main" id="{E721B334-784A-55BF-1C2F-140296C097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157" y="5431344"/>
            <a:ext cx="738214" cy="73821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8999986-A4AB-61EC-C5A1-3AE691ECF37B}"/>
              </a:ext>
            </a:extLst>
          </p:cNvPr>
          <p:cNvSpPr txBox="1"/>
          <p:nvPr/>
        </p:nvSpPr>
        <p:spPr>
          <a:xfrm>
            <a:off x="6028246" y="3530640"/>
            <a:ext cx="11567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SQL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A99CC4B-B2E3-F39D-81AD-65B204883F44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5459264" y="4414694"/>
            <a:ext cx="0" cy="1016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B65F065-A9D6-3ECD-061C-A0CA78286116}"/>
              </a:ext>
            </a:extLst>
          </p:cNvPr>
          <p:cNvSpPr txBox="1"/>
          <p:nvPr/>
        </p:nvSpPr>
        <p:spPr>
          <a:xfrm>
            <a:off x="5847662" y="5636176"/>
            <a:ext cx="1156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Git Repo for CI/CD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D090C6-9258-988C-429F-008D1F2F3B7B}"/>
              </a:ext>
            </a:extLst>
          </p:cNvPr>
          <p:cNvSpPr txBox="1"/>
          <p:nvPr/>
        </p:nvSpPr>
        <p:spPr>
          <a:xfrm>
            <a:off x="4716229" y="1429862"/>
            <a:ext cx="237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Date Warehouse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BD691-D287-2C3A-FE49-4F0A913E0A1C}"/>
              </a:ext>
            </a:extLst>
          </p:cNvPr>
          <p:cNvSpPr txBox="1"/>
          <p:nvPr/>
        </p:nvSpPr>
        <p:spPr>
          <a:xfrm>
            <a:off x="1106225" y="3344515"/>
            <a:ext cx="586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4097260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Sahar Latifi</dc:creator>
  <cp:lastModifiedBy>Sahar Latifi</cp:lastModifiedBy>
  <cp:revision>6</cp:revision>
  <dcterms:created xsi:type="dcterms:W3CDTF">2025-09-12T17:19:51Z</dcterms:created>
  <dcterms:modified xsi:type="dcterms:W3CDTF">2026-07-15T00:55:43Z</dcterms:modified>
</cp:coreProperties>
</file>